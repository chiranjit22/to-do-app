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2AF2E-8E0A-43B9-87AA-A0FE8BA994F8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231C9-2A1C-4934-9D58-4013179E7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991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231C9-2A1C-4934-9D58-4013179E740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432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FBD07-B252-15B7-A616-DE83F09F1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B17582-7CB9-8E10-FF1B-C88756691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54F90-C772-40CA-81FD-73C62D23A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E796-E9BB-4580-9DF0-034A6265ADFA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35615-B0BF-87F0-716D-90CAD6D0B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8821B-446F-F408-2A96-C9724F89B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78E0-03EF-4DCC-B726-23E14BC39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50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C8E5-EC99-0DE9-C5EC-86CCD820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40354-E5B0-57EB-B585-B0664C808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9828F-F730-7AD8-075A-86D8B585B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E796-E9BB-4580-9DF0-034A6265ADFA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CB0EF-718F-AF95-6AF9-6D28DB56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EFE0C-79F6-C4B6-B3FA-DDF22C143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78E0-03EF-4DCC-B726-23E14BC39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840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515BA-5EEC-C23E-E2E3-390B6E65D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C44AE-91D1-58F9-5797-335FB4BA5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73EBF-617A-B0EE-AFC8-2D5D1CCD0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E796-E9BB-4580-9DF0-034A6265ADFA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B17F-3B13-D3BD-400E-388936C96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358BB-ECD0-1D1B-F9CD-8B0D07327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78E0-03EF-4DCC-B726-23E14BC39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92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82F5-F715-C09B-47DE-E874489E9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26BC-6BC9-348B-1320-78ADEBDCD7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CADCFA-0A3B-33BE-E298-0A043450C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80687-EE29-6736-75FA-F8BC5C34D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E796-E9BB-4580-9DF0-034A6265ADFA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28DA14-65F2-F208-0062-F2E9F3105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377D5-0570-96A3-2957-879AE2EB4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78E0-03EF-4DCC-B726-23E14BC39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72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47338-595B-089C-76F9-8787209A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83C1F-448B-11C5-56DB-FD30C278A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9E225-D0DC-D82E-45F1-619F52D72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998783-0B2F-9EC3-145C-163A2B17F6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B5D4E1-DD38-A094-A317-B9189171A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224ECE-5F84-D3C7-0C4A-A2945EB2A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E796-E9BB-4580-9DF0-034A6265ADFA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D4BAC4-3B5B-9794-85B9-133EEED7E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148F77-BF4F-E4D7-69E2-CC0DFB50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78E0-03EF-4DCC-B726-23E14BC39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6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8651-640C-6D5C-A692-4B473CBC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6C962-7304-1128-65DF-C2571A618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E796-E9BB-4580-9DF0-034A6265ADFA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DE421-9B4E-17C1-4325-B2C3E6B9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53172E-DCE7-0999-4455-05AF91F12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78E0-03EF-4DCC-B726-23E14BC39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715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CD2300-D9C6-789B-62BF-42862170F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E796-E9BB-4580-9DF0-034A6265ADFA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B335C0-6798-A5ED-0945-3A6DD98F4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DC389-C51C-6715-13D0-1E43CBE7A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78E0-03EF-4DCC-B726-23E14BC39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416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9120B-E835-65A8-239F-E960AB1E1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971EC-8A2F-82CB-C83A-13796B027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C809A-C185-AD15-C471-74CBDB4C0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F5019-8C2B-99F8-D778-A0D5277B8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E796-E9BB-4580-9DF0-034A6265ADFA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73D4C-B8FB-F417-AB1D-533B3999A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2877E-54F6-AD62-75E3-5B1CB010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78E0-03EF-4DCC-B726-23E14BC39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181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A2F8-D62B-3DE7-C412-E0255C05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BBCAF-786F-FAE7-4038-3E1476EE50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7354D-76B4-1838-24DD-175835728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3AD3F-CCF5-9E6F-4D34-63764D2A5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E796-E9BB-4580-9DF0-034A6265ADFA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C1BC2-CCE8-03E9-E9D0-350C7E41A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3A7F8-B087-E89A-53E9-877E9AD48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78E0-03EF-4DCC-B726-23E14BC39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993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003A4-6E91-5E91-D11A-1E56AE3DF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9755B3-0DDF-BA1C-3E9A-7C2376C7A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42518-4322-B2C6-EEEA-F2781DD0C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E796-E9BB-4580-9DF0-034A6265ADFA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55C44-F3BC-84F6-4FF0-339476C3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B9DDC-BCD3-5EB4-B28C-BE6D816B1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78E0-03EF-4DCC-B726-23E14BC39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30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81FEBA-B396-6EB4-EB16-7751C08F6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FCDB2E-7DEF-CF54-A0E8-9386912C1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133BF-54B0-E480-5EAC-B9BE9CDA7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E796-E9BB-4580-9DF0-034A6265ADFA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6CA7-A71E-14AE-0F06-749B20E0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51F30-E7A3-2990-CA98-6CFF98D67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78E0-03EF-4DCC-B726-23E14BC39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531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D3CC50-5F31-C931-D174-CD78ABDF3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4764F-12E9-B8F9-ED52-40D0DD29A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539FF-9FBA-C5E5-F1C9-026D40B992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6E796-E9BB-4580-9DF0-034A6265ADFA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974A0-0286-FB07-80E0-848289221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76289-D0A2-7DA3-6FF1-D7A75AD0A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E78E0-03EF-4DCC-B726-23E14BC39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99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F638DE-6AC9-CF84-EE18-EA2BD96DF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322" y="1215543"/>
            <a:ext cx="4738984" cy="46038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D7B22E-F876-E034-15BE-394CCEA65EF1}"/>
              </a:ext>
            </a:extLst>
          </p:cNvPr>
          <p:cNvSpPr txBox="1"/>
          <p:nvPr/>
        </p:nvSpPr>
        <p:spPr>
          <a:xfrm>
            <a:off x="816077" y="117987"/>
            <a:ext cx="4807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software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A889D6D1-839D-D631-FB2E-63AEE52AE270}"/>
              </a:ext>
            </a:extLst>
          </p:cNvPr>
          <p:cNvSpPr/>
          <p:nvPr/>
        </p:nvSpPr>
        <p:spPr>
          <a:xfrm>
            <a:off x="8740877" y="3038168"/>
            <a:ext cx="471949" cy="235974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8F7C76-6C33-A59C-C8E2-FF430F5CE177}"/>
              </a:ext>
            </a:extLst>
          </p:cNvPr>
          <p:cNvSpPr txBox="1"/>
          <p:nvPr/>
        </p:nvSpPr>
        <p:spPr>
          <a:xfrm>
            <a:off x="9419303" y="3756374"/>
            <a:ext cx="1740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Display section. All the task will be shown here</a:t>
            </a:r>
            <a:endParaRPr lang="en-IN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E34049AD-FDF4-63A0-4189-83C15AA199DE}"/>
              </a:ext>
            </a:extLst>
          </p:cNvPr>
          <p:cNvSpPr/>
          <p:nvPr/>
        </p:nvSpPr>
        <p:spPr>
          <a:xfrm>
            <a:off x="7728155" y="1799303"/>
            <a:ext cx="245806" cy="104222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7D300E0-286C-0EE3-4706-75D8541F8C6A}"/>
              </a:ext>
            </a:extLst>
          </p:cNvPr>
          <p:cNvCxnSpPr>
            <a:cxnSpLocks/>
            <a:stCxn id="7" idx="1"/>
          </p:cNvCxnSpPr>
          <p:nvPr/>
        </p:nvCxnSpPr>
        <p:spPr>
          <a:xfrm flipV="1">
            <a:off x="7973961" y="2310581"/>
            <a:ext cx="1002891" cy="9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10013A4-05FE-2641-D6B5-FAB98B51C52C}"/>
              </a:ext>
            </a:extLst>
          </p:cNvPr>
          <p:cNvSpPr txBox="1"/>
          <p:nvPr/>
        </p:nvSpPr>
        <p:spPr>
          <a:xfrm>
            <a:off x="9212826" y="2123768"/>
            <a:ext cx="1946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add new task from here</a:t>
            </a:r>
            <a:endParaRPr lang="en-IN" dirty="0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D0D8C748-0995-C04B-2750-30BD891CA0E8}"/>
              </a:ext>
            </a:extLst>
          </p:cNvPr>
          <p:cNvSpPr/>
          <p:nvPr/>
        </p:nvSpPr>
        <p:spPr>
          <a:xfrm rot="5400000">
            <a:off x="6081253" y="3893513"/>
            <a:ext cx="403121" cy="439010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D4A2F8-42FC-9F3F-BC70-22FF0014D8F9}"/>
              </a:ext>
            </a:extLst>
          </p:cNvPr>
          <p:cNvSpPr txBox="1"/>
          <p:nvPr/>
        </p:nvSpPr>
        <p:spPr>
          <a:xfrm>
            <a:off x="4527755" y="6290126"/>
            <a:ext cx="3510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the operational button is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8450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448ADE-3D07-465F-36B3-37C248327215}"/>
              </a:ext>
            </a:extLst>
          </p:cNvPr>
          <p:cNvSpPr txBox="1"/>
          <p:nvPr/>
        </p:nvSpPr>
        <p:spPr>
          <a:xfrm>
            <a:off x="816077" y="117987"/>
            <a:ext cx="4807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add new a task?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5725CC-B248-18F1-A6F1-4D2E9FD783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3" y="1437334"/>
            <a:ext cx="3844011" cy="3734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AA631B-C8DE-CC0C-2A6C-3849125B2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672" y="1479887"/>
            <a:ext cx="3761346" cy="3649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1264F4-2890-8A28-C1DA-E2F9FB1F31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097" y="1557879"/>
            <a:ext cx="3719930" cy="3613888"/>
          </a:xfrm>
          <a:prstGeom prst="rect">
            <a:avLst/>
          </a:prstGeom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EEA19702-A8A5-A70F-BF1D-6ED5337D3BDE}"/>
              </a:ext>
            </a:extLst>
          </p:cNvPr>
          <p:cNvSpPr/>
          <p:nvPr/>
        </p:nvSpPr>
        <p:spPr>
          <a:xfrm>
            <a:off x="3220064" y="1946787"/>
            <a:ext cx="290052" cy="77674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B82D5E-94E3-6FF3-065D-C6BCAC567E81}"/>
              </a:ext>
            </a:extLst>
          </p:cNvPr>
          <p:cNvCxnSpPr/>
          <p:nvPr/>
        </p:nvCxnSpPr>
        <p:spPr>
          <a:xfrm flipH="1">
            <a:off x="1897626" y="2723535"/>
            <a:ext cx="1322438" cy="27923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19BB554-E450-98DA-19F6-48180AC8F241}"/>
              </a:ext>
            </a:extLst>
          </p:cNvPr>
          <p:cNvSpPr txBox="1"/>
          <p:nvPr/>
        </p:nvSpPr>
        <p:spPr>
          <a:xfrm>
            <a:off x="521109" y="5515897"/>
            <a:ext cx="2487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Fill all the fields and then “click” on “Add Task” button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AD6E25-99D7-51FD-B662-9DB813CC71BC}"/>
              </a:ext>
            </a:extLst>
          </p:cNvPr>
          <p:cNvSpPr txBox="1"/>
          <p:nvPr/>
        </p:nvSpPr>
        <p:spPr>
          <a:xfrm>
            <a:off x="1454971" y="926323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Image-1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D8001D-94D8-3107-AA44-FB63C92DA702}"/>
              </a:ext>
            </a:extLst>
          </p:cNvPr>
          <p:cNvSpPr txBox="1"/>
          <p:nvPr/>
        </p:nvSpPr>
        <p:spPr>
          <a:xfrm>
            <a:off x="9393055" y="926323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Image-3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022C7B-32A3-ED43-CDB5-1E8F9ECD2F43}"/>
              </a:ext>
            </a:extLst>
          </p:cNvPr>
          <p:cNvSpPr txBox="1"/>
          <p:nvPr/>
        </p:nvSpPr>
        <p:spPr>
          <a:xfrm>
            <a:off x="5624052" y="926323"/>
            <a:ext cx="140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Image-2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F27835-66F1-8644-9BF6-C1F6257ED22E}"/>
              </a:ext>
            </a:extLst>
          </p:cNvPr>
          <p:cNvCxnSpPr>
            <a:cxnSpLocks/>
          </p:cNvCxnSpPr>
          <p:nvPr/>
        </p:nvCxnSpPr>
        <p:spPr>
          <a:xfrm flipH="1">
            <a:off x="6096000" y="3706761"/>
            <a:ext cx="655021" cy="18091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A404600-FE36-03D5-BF1E-AB0AF60A3231}"/>
              </a:ext>
            </a:extLst>
          </p:cNvPr>
          <p:cNvSpPr txBox="1"/>
          <p:nvPr/>
        </p:nvSpPr>
        <p:spPr>
          <a:xfrm>
            <a:off x="4640826" y="5515897"/>
            <a:ext cx="2762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“Click” on popup window “OK” button</a:t>
            </a: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99D7418-C6F0-4725-BA73-79763976DF38}"/>
              </a:ext>
            </a:extLst>
          </p:cNvPr>
          <p:cNvSpPr/>
          <p:nvPr/>
        </p:nvSpPr>
        <p:spPr>
          <a:xfrm>
            <a:off x="8236097" y="3067665"/>
            <a:ext cx="3464290" cy="235974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9978D0-22A9-DC91-A29B-2BAB112F5407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9567192" y="3303639"/>
            <a:ext cx="401050" cy="23105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73CCE0D-DAE9-2A50-4C82-73B5A27A1455}"/>
              </a:ext>
            </a:extLst>
          </p:cNvPr>
          <p:cNvSpPr txBox="1"/>
          <p:nvPr/>
        </p:nvSpPr>
        <p:spPr>
          <a:xfrm>
            <a:off x="8236097" y="5614219"/>
            <a:ext cx="2762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Added successfully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4919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B0E616-667D-BA85-AB8B-22490D774AE2}"/>
              </a:ext>
            </a:extLst>
          </p:cNvPr>
          <p:cNvSpPr txBox="1"/>
          <p:nvPr/>
        </p:nvSpPr>
        <p:spPr>
          <a:xfrm>
            <a:off x="816077" y="117987"/>
            <a:ext cx="6007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mark task as completed?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B63F25-90BA-0C59-74D8-E2306FB86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2" y="1440488"/>
            <a:ext cx="3752466" cy="3645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9E2435-26CB-D19C-C9DF-751D5BABE6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178" y="1447862"/>
            <a:ext cx="3798461" cy="37068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6AEC1-A476-AE2B-5F00-86BD48BDCF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700" y="1440425"/>
            <a:ext cx="3815648" cy="370687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0A29B4-3D58-C906-48F8-7B4BA40A84BE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1887794" y="3097161"/>
            <a:ext cx="894735" cy="23695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84371BC-8115-CCAE-640E-5B8C61B7510C}"/>
              </a:ext>
            </a:extLst>
          </p:cNvPr>
          <p:cNvSpPr txBox="1"/>
          <p:nvPr/>
        </p:nvSpPr>
        <p:spPr>
          <a:xfrm>
            <a:off x="353961" y="5466736"/>
            <a:ext cx="3067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Select a task then “Click” on “Mark Complete”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E31746-860D-04EC-8100-9C298B5C9033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5827805" y="3814917"/>
            <a:ext cx="961103" cy="16026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56E28BA-42C8-1F29-D0ED-925FDB262397}"/>
              </a:ext>
            </a:extLst>
          </p:cNvPr>
          <p:cNvSpPr txBox="1"/>
          <p:nvPr/>
        </p:nvSpPr>
        <p:spPr>
          <a:xfrm>
            <a:off x="4552069" y="5417576"/>
            <a:ext cx="2551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“Click” on “Ok” form the popup window</a:t>
            </a:r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148DDFD-F160-BF2A-1DFD-F9EC92A2ABCC}"/>
              </a:ext>
            </a:extLst>
          </p:cNvPr>
          <p:cNvSpPr/>
          <p:nvPr/>
        </p:nvSpPr>
        <p:spPr>
          <a:xfrm>
            <a:off x="10903973" y="2989006"/>
            <a:ext cx="934066" cy="245807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A278FA-FCFC-9C24-E1C5-D804F25999CA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10073148" y="3215149"/>
            <a:ext cx="1378974" cy="21827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44F808C-D884-126F-BE92-B0BDC46CB537}"/>
              </a:ext>
            </a:extLst>
          </p:cNvPr>
          <p:cNvSpPr txBox="1"/>
          <p:nvPr/>
        </p:nvSpPr>
        <p:spPr>
          <a:xfrm>
            <a:off x="8797412" y="5397912"/>
            <a:ext cx="2551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Successfully </a:t>
            </a:r>
            <a:r>
              <a:rPr lang="en-IN" dirty="0"/>
              <a:t>marked as complete and it’s colour changed into green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9622EA-1542-5EA0-A12D-8B63B45035E4}"/>
              </a:ext>
            </a:extLst>
          </p:cNvPr>
          <p:cNvSpPr txBox="1"/>
          <p:nvPr/>
        </p:nvSpPr>
        <p:spPr>
          <a:xfrm>
            <a:off x="1454972" y="926323"/>
            <a:ext cx="94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Image-1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A0BDE2-BCE7-BD6B-D4F9-EBEDB83F59DA}"/>
              </a:ext>
            </a:extLst>
          </p:cNvPr>
          <p:cNvSpPr txBox="1"/>
          <p:nvPr/>
        </p:nvSpPr>
        <p:spPr>
          <a:xfrm>
            <a:off x="9601098" y="926323"/>
            <a:ext cx="94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Image-3</a:t>
            </a:r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F347F5-6F3B-6DDE-414C-EE2EC4F14B2E}"/>
              </a:ext>
            </a:extLst>
          </p:cNvPr>
          <p:cNvSpPr txBox="1"/>
          <p:nvPr/>
        </p:nvSpPr>
        <p:spPr>
          <a:xfrm>
            <a:off x="5592358" y="926323"/>
            <a:ext cx="94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Image-2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9846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AE2975C-2D14-5E61-940F-3F14EC809038}"/>
              </a:ext>
            </a:extLst>
          </p:cNvPr>
          <p:cNvSpPr txBox="1"/>
          <p:nvPr/>
        </p:nvSpPr>
        <p:spPr>
          <a:xfrm>
            <a:off x="816077" y="117987"/>
            <a:ext cx="3696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edit a task?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F78C33-2E04-CE74-EF26-2C1F73A42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81" y="1329232"/>
            <a:ext cx="3813594" cy="37048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ADFD69-A07C-347F-F260-314104A4BA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648" y="1917289"/>
            <a:ext cx="2890704" cy="23897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D65E1D-4BF3-3348-5EA8-3AC0C2AA3B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902" y="1329231"/>
            <a:ext cx="3692146" cy="3586897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CF4ACF-9289-913B-48E5-61F7C7A6BD8E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1952360" y="3018503"/>
            <a:ext cx="1075975" cy="25102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338D15A-E4BB-402E-4615-53FB774E57E4}"/>
              </a:ext>
            </a:extLst>
          </p:cNvPr>
          <p:cNvSpPr txBox="1"/>
          <p:nvPr/>
        </p:nvSpPr>
        <p:spPr>
          <a:xfrm>
            <a:off x="590923" y="5528768"/>
            <a:ext cx="2722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Select a task then “Click” on “Edit Task” button</a:t>
            </a:r>
            <a:endParaRPr lang="en-IN" dirty="0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745FA3E6-76E7-DFE7-E43D-598BB75DC21D}"/>
              </a:ext>
            </a:extLst>
          </p:cNvPr>
          <p:cNvSpPr/>
          <p:nvPr/>
        </p:nvSpPr>
        <p:spPr>
          <a:xfrm>
            <a:off x="7069394" y="2428568"/>
            <a:ext cx="157316" cy="109138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504F7A3-702B-4E92-228D-73F28399B3D1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5938679" y="3519948"/>
            <a:ext cx="1130715" cy="1789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DA8EA6C-4597-31BB-E18B-19D23438204F}"/>
              </a:ext>
            </a:extLst>
          </p:cNvPr>
          <p:cNvSpPr txBox="1"/>
          <p:nvPr/>
        </p:nvSpPr>
        <p:spPr>
          <a:xfrm>
            <a:off x="4650648" y="5309419"/>
            <a:ext cx="25760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Fill all the entries as your wish then “Click” on “Save Changes” button</a:t>
            </a:r>
            <a:endParaRPr lang="en-IN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BA2820-CA6E-E017-1E35-D54A02C05EAC}"/>
              </a:ext>
            </a:extLst>
          </p:cNvPr>
          <p:cNvCxnSpPr/>
          <p:nvPr/>
        </p:nvCxnSpPr>
        <p:spPr>
          <a:xfrm flipH="1">
            <a:off x="9596284" y="3429000"/>
            <a:ext cx="766916" cy="19885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C586A7C-DEF0-52B2-68D1-9F2380DA4345}"/>
              </a:ext>
            </a:extLst>
          </p:cNvPr>
          <p:cNvSpPr txBox="1"/>
          <p:nvPr/>
        </p:nvSpPr>
        <p:spPr>
          <a:xfrm>
            <a:off x="8124940" y="5427407"/>
            <a:ext cx="31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Finally, “Click” on “Ok” button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2BB45C-AB65-0FFE-EF92-7683B6238625}"/>
              </a:ext>
            </a:extLst>
          </p:cNvPr>
          <p:cNvSpPr txBox="1"/>
          <p:nvPr/>
        </p:nvSpPr>
        <p:spPr>
          <a:xfrm>
            <a:off x="1454972" y="926323"/>
            <a:ext cx="94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Image-1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975B9A-19C5-82FA-4F92-25DDB3E9BF12}"/>
              </a:ext>
            </a:extLst>
          </p:cNvPr>
          <p:cNvSpPr txBox="1"/>
          <p:nvPr/>
        </p:nvSpPr>
        <p:spPr>
          <a:xfrm>
            <a:off x="5740338" y="926323"/>
            <a:ext cx="94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Image-2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F9E94A-940A-415E-07FF-E38306540BC0}"/>
              </a:ext>
            </a:extLst>
          </p:cNvPr>
          <p:cNvSpPr txBox="1"/>
          <p:nvPr/>
        </p:nvSpPr>
        <p:spPr>
          <a:xfrm>
            <a:off x="9412053" y="827785"/>
            <a:ext cx="94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Image-3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4322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D92F5-7756-CD01-4875-60164BEF7AB3}"/>
              </a:ext>
            </a:extLst>
          </p:cNvPr>
          <p:cNvSpPr txBox="1"/>
          <p:nvPr/>
        </p:nvSpPr>
        <p:spPr>
          <a:xfrm>
            <a:off x="816077" y="117987"/>
            <a:ext cx="4168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delete a task?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92D049-AF62-BA0A-07E7-0C4AB0BD3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503" y="1288026"/>
            <a:ext cx="3931916" cy="38198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DF414D-B9C2-51EE-96DC-45035BA3F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095" y="1288026"/>
            <a:ext cx="3904718" cy="381983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9F508A7-03C0-F627-7157-DBD15924AF2A}"/>
              </a:ext>
            </a:extLst>
          </p:cNvPr>
          <p:cNvCxnSpPr/>
          <p:nvPr/>
        </p:nvCxnSpPr>
        <p:spPr>
          <a:xfrm flipH="1">
            <a:off x="3550461" y="2974258"/>
            <a:ext cx="511278" cy="25957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E5A9418-B150-B73A-2EBF-DAEF501EF1A6}"/>
              </a:ext>
            </a:extLst>
          </p:cNvPr>
          <p:cNvSpPr txBox="1"/>
          <p:nvPr/>
        </p:nvSpPr>
        <p:spPr>
          <a:xfrm>
            <a:off x="1189703" y="5508456"/>
            <a:ext cx="490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a task then “Click” on “Delete Task” button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CDDA66-78BD-19C2-F792-221A5C8DA135}"/>
              </a:ext>
            </a:extLst>
          </p:cNvPr>
          <p:cNvCxnSpPr/>
          <p:nvPr/>
        </p:nvCxnSpPr>
        <p:spPr>
          <a:xfrm flipH="1">
            <a:off x="8573729" y="3647768"/>
            <a:ext cx="412955" cy="17206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9467785-4D54-8836-DC65-382A3C530568}"/>
              </a:ext>
            </a:extLst>
          </p:cNvPr>
          <p:cNvSpPr txBox="1"/>
          <p:nvPr/>
        </p:nvSpPr>
        <p:spPr>
          <a:xfrm>
            <a:off x="7354529" y="5427406"/>
            <a:ext cx="3510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“Click” on “Yes” button to confirm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4E2BCF-45A0-744A-D48F-1D46D1F188A1}"/>
              </a:ext>
            </a:extLst>
          </p:cNvPr>
          <p:cNvSpPr txBox="1"/>
          <p:nvPr/>
        </p:nvSpPr>
        <p:spPr>
          <a:xfrm>
            <a:off x="2458065" y="904568"/>
            <a:ext cx="1199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-1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B00FE4-4B6D-FF68-5F02-784FE0445CE1}"/>
              </a:ext>
            </a:extLst>
          </p:cNvPr>
          <p:cNvSpPr txBox="1"/>
          <p:nvPr/>
        </p:nvSpPr>
        <p:spPr>
          <a:xfrm>
            <a:off x="8672051" y="806246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Image-2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8821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72EC1B-D1BD-3745-F565-C932AC4F6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207" y="776747"/>
            <a:ext cx="4058117" cy="39146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59756F-4B4D-24B7-D56C-C690E55A48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381" y="776747"/>
            <a:ext cx="4058118" cy="392377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A5B850-AF99-7B48-28F3-ED803DD6518E}"/>
              </a:ext>
            </a:extLst>
          </p:cNvPr>
          <p:cNvCxnSpPr/>
          <p:nvPr/>
        </p:nvCxnSpPr>
        <p:spPr>
          <a:xfrm flipH="1">
            <a:off x="3313471" y="3244645"/>
            <a:ext cx="796413" cy="20057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14993E7-1224-3E66-2C1E-341183AD183A}"/>
              </a:ext>
            </a:extLst>
          </p:cNvPr>
          <p:cNvSpPr txBox="1"/>
          <p:nvPr/>
        </p:nvSpPr>
        <p:spPr>
          <a:xfrm>
            <a:off x="2005781" y="5250426"/>
            <a:ext cx="25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“Click” on “Ok” button</a:t>
            </a:r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F8EB7D-D2FB-5B7B-FF6E-349CAA66A6BC}"/>
              </a:ext>
            </a:extLst>
          </p:cNvPr>
          <p:cNvCxnSpPr>
            <a:cxnSpLocks/>
          </p:cNvCxnSpPr>
          <p:nvPr/>
        </p:nvCxnSpPr>
        <p:spPr>
          <a:xfrm flipH="1">
            <a:off x="8740877" y="2674374"/>
            <a:ext cx="924233" cy="25760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761EF01-4C81-9C92-3B65-C1DC503C1AD5}"/>
              </a:ext>
            </a:extLst>
          </p:cNvPr>
          <p:cNvSpPr txBox="1"/>
          <p:nvPr/>
        </p:nvSpPr>
        <p:spPr>
          <a:xfrm>
            <a:off x="7344697" y="5250426"/>
            <a:ext cx="3126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Successfully deleted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B476A9-E757-1FA2-4E7C-D83B0477FB18}"/>
              </a:ext>
            </a:extLst>
          </p:cNvPr>
          <p:cNvSpPr txBox="1"/>
          <p:nvPr/>
        </p:nvSpPr>
        <p:spPr>
          <a:xfrm>
            <a:off x="2841421" y="407415"/>
            <a:ext cx="94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Image-3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3F51D0-A861-6C4E-4E57-657B044F4A93}"/>
              </a:ext>
            </a:extLst>
          </p:cNvPr>
          <p:cNvSpPr txBox="1"/>
          <p:nvPr/>
        </p:nvSpPr>
        <p:spPr>
          <a:xfrm>
            <a:off x="8721010" y="407415"/>
            <a:ext cx="94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Image-4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189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66939B-C831-D093-C1A9-6C87B1BC2BA5}"/>
              </a:ext>
            </a:extLst>
          </p:cNvPr>
          <p:cNvSpPr txBox="1"/>
          <p:nvPr/>
        </p:nvSpPr>
        <p:spPr>
          <a:xfrm>
            <a:off x="816076" y="117987"/>
            <a:ext cx="45326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deselect a task?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D52F2-73A0-C2FE-60F9-69A841195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242" y="1067984"/>
            <a:ext cx="4343177" cy="42193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A2AB98-75F8-2405-45E4-425A010E15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076" y="1067985"/>
            <a:ext cx="4343177" cy="421936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9DF9AAA-CE12-98B2-FA65-1A9F435B7541}"/>
              </a:ext>
            </a:extLst>
          </p:cNvPr>
          <p:cNvCxnSpPr/>
          <p:nvPr/>
        </p:nvCxnSpPr>
        <p:spPr>
          <a:xfrm flipH="1">
            <a:off x="2743200" y="2979174"/>
            <a:ext cx="963561" cy="26645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501EEA2-63DE-5642-52EC-F1514E94E773}"/>
              </a:ext>
            </a:extLst>
          </p:cNvPr>
          <p:cNvSpPr txBox="1"/>
          <p:nvPr/>
        </p:nvSpPr>
        <p:spPr>
          <a:xfrm>
            <a:off x="962218" y="5652577"/>
            <a:ext cx="4050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task is selected . Now “Click” on “Refresh” button to deselect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FC70A6-89E5-FD75-E079-00F2C31B9C16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8952272" y="2949677"/>
            <a:ext cx="683341" cy="2702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50120CC-6336-C35A-DFCA-3C816B9B3EA9}"/>
              </a:ext>
            </a:extLst>
          </p:cNvPr>
          <p:cNvSpPr txBox="1"/>
          <p:nvPr/>
        </p:nvSpPr>
        <p:spPr>
          <a:xfrm>
            <a:off x="7708491" y="5652577"/>
            <a:ext cx="2487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Deselection successful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B24CF8-71E8-FE55-0987-9F4C38E12224}"/>
              </a:ext>
            </a:extLst>
          </p:cNvPr>
          <p:cNvSpPr txBox="1"/>
          <p:nvPr/>
        </p:nvSpPr>
        <p:spPr>
          <a:xfrm>
            <a:off x="2515614" y="711623"/>
            <a:ext cx="94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Image-1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B82550-3D72-328B-D58E-BD8D8D96543B}"/>
              </a:ext>
            </a:extLst>
          </p:cNvPr>
          <p:cNvSpPr txBox="1"/>
          <p:nvPr/>
        </p:nvSpPr>
        <p:spPr>
          <a:xfrm>
            <a:off x="8732288" y="577672"/>
            <a:ext cx="94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Image-2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0592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DA9B6F-F45E-F21F-EC21-636340EBC418}"/>
              </a:ext>
            </a:extLst>
          </p:cNvPr>
          <p:cNvSpPr txBox="1"/>
          <p:nvPr/>
        </p:nvSpPr>
        <p:spPr>
          <a:xfrm>
            <a:off x="816076" y="117987"/>
            <a:ext cx="2792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 features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D3F4A-4C0F-9834-25C0-56FC55A15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076" y="1084983"/>
            <a:ext cx="4132157" cy="39953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48B089-5551-EB25-A349-8B1A6FDA06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275" y="1084984"/>
            <a:ext cx="4112596" cy="399536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963B0D3-6FE8-4CFD-A4AB-2B33101FF876}"/>
              </a:ext>
            </a:extLst>
          </p:cNvPr>
          <p:cNvSpPr/>
          <p:nvPr/>
        </p:nvSpPr>
        <p:spPr>
          <a:xfrm>
            <a:off x="4670323" y="2516542"/>
            <a:ext cx="432618" cy="2477729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7848B22-0326-6BA1-23E6-AB9F7FC19A19}"/>
              </a:ext>
            </a:extLst>
          </p:cNvPr>
          <p:cNvSpPr/>
          <p:nvPr/>
        </p:nvSpPr>
        <p:spPr>
          <a:xfrm>
            <a:off x="629264" y="4493342"/>
            <a:ext cx="4473677" cy="432891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4095D7-1B06-E08F-0ADD-D2B8A0BE949F}"/>
              </a:ext>
            </a:extLst>
          </p:cNvPr>
          <p:cNvCxnSpPr>
            <a:stCxn id="9" idx="3"/>
          </p:cNvCxnSpPr>
          <p:nvPr/>
        </p:nvCxnSpPr>
        <p:spPr>
          <a:xfrm>
            <a:off x="1284419" y="4862838"/>
            <a:ext cx="691865" cy="9480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49AB00-AB79-DADC-6922-B9301118E9B4}"/>
              </a:ext>
            </a:extLst>
          </p:cNvPr>
          <p:cNvCxnSpPr>
            <a:stCxn id="7" idx="4"/>
          </p:cNvCxnSpPr>
          <p:nvPr/>
        </p:nvCxnSpPr>
        <p:spPr>
          <a:xfrm flipH="1">
            <a:off x="3411794" y="4994271"/>
            <a:ext cx="1474838" cy="8165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F227195-D2BB-2F28-7583-E8CF40951C08}"/>
              </a:ext>
            </a:extLst>
          </p:cNvPr>
          <p:cNvSpPr txBox="1"/>
          <p:nvPr/>
        </p:nvSpPr>
        <p:spPr>
          <a:xfrm>
            <a:off x="1028780" y="5810865"/>
            <a:ext cx="3916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can do vertical and horizontal scroll using this two-scroll bar</a:t>
            </a:r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3529CB8-296A-953F-056F-5B0A372A76F7}"/>
              </a:ext>
            </a:extLst>
          </p:cNvPr>
          <p:cNvSpPr/>
          <p:nvPr/>
        </p:nvSpPr>
        <p:spPr>
          <a:xfrm>
            <a:off x="6639383" y="2561553"/>
            <a:ext cx="4326194" cy="1042219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E2D25BD-42D3-FD22-E84B-CAA132860581}"/>
              </a:ext>
            </a:extLst>
          </p:cNvPr>
          <p:cNvCxnSpPr>
            <a:cxnSpLocks/>
          </p:cNvCxnSpPr>
          <p:nvPr/>
        </p:nvCxnSpPr>
        <p:spPr>
          <a:xfrm flipH="1">
            <a:off x="8485239" y="3603772"/>
            <a:ext cx="317241" cy="20497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F53DC12-4E75-8F23-CAD1-EF11A9C83853}"/>
              </a:ext>
            </a:extLst>
          </p:cNvPr>
          <p:cNvSpPr txBox="1"/>
          <p:nvPr/>
        </p:nvSpPr>
        <p:spPr>
          <a:xfrm>
            <a:off x="6693056" y="5653548"/>
            <a:ext cx="36772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 you can see completed task is in the bottom and incomplete tasks are in top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5115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257</Words>
  <Application>Microsoft Office PowerPoint</Application>
  <PresentationFormat>Widescreen</PresentationFormat>
  <Paragraphs>43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Chiranjit Roy</dc:creator>
  <cp:lastModifiedBy>Chiranjit Roy</cp:lastModifiedBy>
  <cp:revision>3</cp:revision>
  <dcterms:created xsi:type="dcterms:W3CDTF">2025-10-31T16:15:43Z</dcterms:created>
  <dcterms:modified xsi:type="dcterms:W3CDTF">2025-10-31T17:29:45Z</dcterms:modified>
</cp:coreProperties>
</file>